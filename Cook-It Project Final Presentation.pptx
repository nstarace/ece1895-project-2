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embeddedFontLst>
    <p:embeddedFont>
      <p:font typeface="Play" panose="020B0604020202020204" charset="0"/>
      <p:regular r:id="rId8"/>
      <p:bold r:id="rId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5" d="100"/>
          <a:sy n="85" d="100"/>
        </p:scale>
        <p:origin x="1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9e125bbe2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9e125bbe2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sz="4400" b="0" i="0" u="none" strike="noStrike" cap="non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g"/><Relationship Id="rId4" Type="http://schemas.openxmlformats.org/officeDocument/2006/relationships/image" Target="../media/image4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</a:pPr>
            <a:r>
              <a:rPr lang="en-US"/>
              <a:t>Cook-It -- Project Update  </a:t>
            </a:r>
            <a:endParaRPr/>
          </a:p>
        </p:txBody>
      </p:sp>
      <p:sp>
        <p:nvSpPr>
          <p:cNvPr id="85" name="Google Shape;85;p13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/>
              <a:t>Mari Inglese, Nicholas Starace, Yasseen Sabil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258097" y="70158"/>
            <a:ext cx="10515600" cy="9130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Design Concept</a:t>
            </a:r>
            <a:endParaRPr/>
          </a:p>
        </p:txBody>
      </p:sp>
      <p:pic>
        <p:nvPicPr>
          <p:cNvPr id="91" name="Google Shape;91;p14" descr="A screenshot of a diagram&#10;&#10;AI-generated content may be incorrect.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58739" y="2644346"/>
            <a:ext cx="6130552" cy="4055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4" descr="A screenshot of a game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489291" y="3006020"/>
            <a:ext cx="5277604" cy="3665987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4"/>
          <p:cNvSpPr txBox="1"/>
          <p:nvPr/>
        </p:nvSpPr>
        <p:spPr>
          <a:xfrm>
            <a:off x="470650" y="1075122"/>
            <a:ext cx="11250600" cy="147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Chop-It – </a:t>
            </a: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performs a chopping motion using a knife on food indicated by the LED queue (pressure)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Crush-It  -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performs a crushing motion using a pestle on food indicated by the LED queue (magnet)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Cook-It – </a:t>
            </a: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Player tilts the cutting board and scrapes the food into a pan (IMU)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5"/>
          <p:cNvSpPr txBox="1">
            <a:spLocks noGrp="1"/>
          </p:cNvSpPr>
          <p:nvPr>
            <p:ph type="title"/>
          </p:nvPr>
        </p:nvSpPr>
        <p:spPr>
          <a:xfrm>
            <a:off x="592394" y="324713"/>
            <a:ext cx="10515600" cy="7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Progress/Next Steps</a:t>
            </a:r>
            <a:endParaRPr/>
          </a:p>
        </p:txBody>
      </p:sp>
      <p:pic>
        <p:nvPicPr>
          <p:cNvPr id="99" name="Google Shape;99;p15"/>
          <p:cNvPicPr preferRelativeResize="0"/>
          <p:nvPr/>
        </p:nvPicPr>
        <p:blipFill rotWithShape="1">
          <a:blip r:embed="rId3">
            <a:alphaModFix/>
          </a:blip>
          <a:srcRect l="7434" r="24971" b="7489"/>
          <a:stretch/>
        </p:blipFill>
        <p:spPr>
          <a:xfrm>
            <a:off x="6567949" y="324713"/>
            <a:ext cx="5479593" cy="379245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438765" y="1443841"/>
            <a:ext cx="5657100" cy="535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ESP32 code and breadboard prototype for: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14 segment score display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DFPlayer and speaker 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IMU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RGB LED strip</a:t>
            </a:r>
            <a:endParaRPr/>
          </a:p>
          <a:p>
            <a:pPr marL="742950" marR="0" lvl="1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sensor</a:t>
            </a:r>
            <a:endParaRPr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IMU tilting recognition integrated with updating score display</a:t>
            </a:r>
            <a:endParaRPr sz="1800">
              <a:solidFill>
                <a:schemeClr val="dk1"/>
              </a:solidFill>
            </a:endParaRPr>
          </a:p>
          <a:p>
            <a:pPr marL="285750" marR="0" lvl="0" indent="-1714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 sz="18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Pressure sensor chopping motion recognition</a:t>
            </a:r>
            <a:endParaRPr sz="1800" b="1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Debouncing Code prototype</a:t>
            </a:r>
            <a:endParaRPr sz="1800">
              <a:solidFill>
                <a:schemeClr val="dk1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Variable Chop Speed prototyping</a:t>
            </a:r>
            <a:endParaRPr sz="1800">
              <a:solidFill>
                <a:schemeClr val="dk1"/>
              </a:solidFill>
            </a:endParaRPr>
          </a:p>
          <a:p>
            <a:pPr marL="914400" marR="0" lvl="1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</a:pPr>
            <a:r>
              <a:rPr lang="en-US" sz="1800">
                <a:solidFill>
                  <a:schemeClr val="dk1"/>
                </a:solidFill>
              </a:rPr>
              <a:t>Discrete digital Signal from pressure input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>
                <a:solidFill>
                  <a:schemeClr val="dk1"/>
                </a:solidFill>
              </a:rPr>
              <a:t>Next Steps:</a:t>
            </a:r>
            <a:endParaRPr sz="1800" b="1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	WIth all inputs/outputs verified and integrated in a simple system, further refinement of the gameplay design and mechanics is needed which can be developed via software while PCB is delivered.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01" name="Google Shape;101;p15" descr="A circuit board with many colored wires&#10;&#10;AI-generated content may be incorrect."/>
          <p:cNvPicPr preferRelativeResize="0"/>
          <p:nvPr/>
        </p:nvPicPr>
        <p:blipFill rotWithShape="1">
          <a:blip r:embed="rId4">
            <a:alphaModFix/>
          </a:blip>
          <a:srcRect t="10695" b="7692"/>
          <a:stretch/>
        </p:blipFill>
        <p:spPr>
          <a:xfrm>
            <a:off x="6741878" y="4285755"/>
            <a:ext cx="2565865" cy="24152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15" descr="A person working on a circuit board&#10;&#10;AI-generated content may be incorrect.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481930" y="4292245"/>
            <a:ext cx="2358334" cy="2408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</a:pPr>
            <a:r>
              <a:rPr lang="en-US"/>
              <a:t>Implementation </a:t>
            </a:r>
            <a:endParaRPr/>
          </a:p>
        </p:txBody>
      </p:sp>
      <p:pic>
        <p:nvPicPr>
          <p:cNvPr id="108" name="Google Shape;10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6725" y="111650"/>
            <a:ext cx="5043748" cy="3126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47200" y="3731018"/>
            <a:ext cx="4602800" cy="31269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226225" y="4589370"/>
            <a:ext cx="1655125" cy="166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604375" y="1835375"/>
            <a:ext cx="6622500" cy="473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The PCB board will be embedded in an enclosure which resembles a cutting board with a cavity in the middle.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LEDs will be revealed through the board via semi-translucent plastic screens on the top layer or through drilled holes. Graphics will be printed wood directly or on plastic screens which will replace the top wooden layer.  </a:t>
            </a:r>
            <a:endParaRPr sz="1700">
              <a:solidFill>
                <a:schemeClr val="dk1"/>
              </a:solidFill>
            </a:endParaRPr>
          </a:p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The depth of the top layer and subsequent ambient pressure on pressure sensor can be observed and optimized for peak strike-recognition behavior. </a:t>
            </a:r>
            <a:endParaRPr sz="17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700">
              <a:solidFill>
                <a:schemeClr val="dk1"/>
              </a:solidFill>
            </a:endParaRPr>
          </a:p>
          <a:p>
            <a:pPr marL="457200" lvl="0" indent="-3365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●"/>
            </a:pPr>
            <a:r>
              <a:rPr lang="en-US" sz="1700">
                <a:solidFill>
                  <a:schemeClr val="dk1"/>
                </a:solidFill>
              </a:rPr>
              <a:t>Speaker will be embedded in cavity as well, with a drilled opening/plastic screen covering.</a:t>
            </a:r>
            <a:endParaRPr sz="17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4713" y="152400"/>
            <a:ext cx="8242565" cy="655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260</Words>
  <Application>Microsoft Office PowerPoint</Application>
  <PresentationFormat>Widescreen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Play</vt:lpstr>
      <vt:lpstr>Office Theme</vt:lpstr>
      <vt:lpstr>Cook-It -- Project Update  </vt:lpstr>
      <vt:lpstr>Design Concept</vt:lpstr>
      <vt:lpstr>Progress/Next Steps</vt:lpstr>
      <vt:lpstr>Implementation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Nicholas Starace</dc:creator>
  <cp:lastModifiedBy>Starace, Nicholas C</cp:lastModifiedBy>
  <cp:revision>1</cp:revision>
  <dcterms:modified xsi:type="dcterms:W3CDTF">2025-11-19T02:20:37Z</dcterms:modified>
</cp:coreProperties>
</file>