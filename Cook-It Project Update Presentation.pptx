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</p:sldIdLst>
  <p:sldSz cy="6858000" cx="12192000"/>
  <p:notesSz cx="6858000" cy="9144000"/>
  <p:embeddedFontLst>
    <p:embeddedFont>
      <p:font typeface="Play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schemas.openxmlformats.org/officeDocument/2006/relationships/font" Target="fonts/Play-bold.fntdata"/><Relationship Id="rId10" Type="http://schemas.openxmlformats.org/officeDocument/2006/relationships/font" Target="fonts/Play-regular.fntdata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125bbe26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e125bbe2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8.jpg"/><Relationship Id="rId5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US"/>
              <a:t>Cook-It -- Project Update  </a:t>
            </a:r>
            <a:endParaRPr/>
          </a:p>
        </p:txBody>
      </p:sp>
      <p:sp>
        <p:nvSpPr>
          <p:cNvPr id="85" name="Google Shape;85;p1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Mari Inglese, Nicholas Starace, Yasseen Sabil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258097" y="70158"/>
            <a:ext cx="10515600" cy="9130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Design Concept</a:t>
            </a:r>
            <a:endParaRPr/>
          </a:p>
        </p:txBody>
      </p:sp>
      <p:pic>
        <p:nvPicPr>
          <p:cNvPr descr="A screenshot of a diagram&#10;&#10;AI-generated content may be incorrect." id="91" name="Google Shape;9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8739" y="2644346"/>
            <a:ext cx="6130552" cy="405500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screenshot of a game&#10;&#10;AI-generated content may be incorrect." id="92" name="Google Shape;92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89291" y="3006020"/>
            <a:ext cx="5277604" cy="3665987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470650" y="1075122"/>
            <a:ext cx="112506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Chop-It – 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Player performs a chopping motion using a knife on food indicated by the LED queue (pressure)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Crush-It  - 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Player performs a crushing motion using a pestle on food indicated by the LED queue (magnet)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Cook-It – 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Player tilts the cutting board and scrapes the food into a pan (IMU)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592394" y="324713"/>
            <a:ext cx="10515600" cy="7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Progress/Next Steps</a:t>
            </a:r>
            <a:endParaRPr/>
          </a:p>
        </p:txBody>
      </p:sp>
      <p:pic>
        <p:nvPicPr>
          <p:cNvPr id="99" name="Google Shape;99;p15"/>
          <p:cNvPicPr preferRelativeResize="0"/>
          <p:nvPr/>
        </p:nvPicPr>
        <p:blipFill rotWithShape="1">
          <a:blip r:embed="rId3">
            <a:alphaModFix/>
          </a:blip>
          <a:srcRect b="7489" l="7434" r="24971" t="0"/>
          <a:stretch/>
        </p:blipFill>
        <p:spPr>
          <a:xfrm>
            <a:off x="6567949" y="324713"/>
            <a:ext cx="5479593" cy="379245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5"/>
          <p:cNvSpPr txBox="1"/>
          <p:nvPr/>
        </p:nvSpPr>
        <p:spPr>
          <a:xfrm>
            <a:off x="438765" y="1443841"/>
            <a:ext cx="5657100" cy="535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ESP32 code and breadboard prototype for: 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 segment score display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DFPlayer and speaker 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RGB LED strip</a:t>
            </a:r>
            <a:endParaRPr/>
          </a:p>
          <a:p>
            <a:pPr indent="-2857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Pressure sensor</a:t>
            </a:r>
            <a:endParaRPr/>
          </a:p>
          <a:p>
            <a:pPr indent="0" lvl="1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IMU tilting recognition integrated with updating score display</a:t>
            </a:r>
            <a:endParaRPr sz="1800">
              <a:solidFill>
                <a:schemeClr val="dk1"/>
              </a:solidFill>
            </a:endParaRPr>
          </a:p>
          <a:p>
            <a:pPr indent="-1714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Pressure sensor chopping motion recognition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9144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</a:rPr>
              <a:t>Debouncing Code prototype</a:t>
            </a:r>
            <a:endParaRPr sz="1800">
              <a:solidFill>
                <a:schemeClr val="dk1"/>
              </a:solidFill>
            </a:endParaRPr>
          </a:p>
          <a:p>
            <a:pPr indent="-342900" lvl="1" marL="9144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</a:rPr>
              <a:t>Variable Chop Speed prototyping</a:t>
            </a:r>
            <a:endParaRPr sz="1800">
              <a:solidFill>
                <a:schemeClr val="dk1"/>
              </a:solidFill>
            </a:endParaRPr>
          </a:p>
          <a:p>
            <a:pPr indent="-342900" lvl="1" marL="9144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</a:rPr>
              <a:t>Discrete digital Signal from pressure input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</a:rPr>
              <a:t>Next Steps:</a:t>
            </a:r>
            <a:endParaRPr b="1" sz="18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	WIth all inputs/outputs verified and integrated in a simple system, further refinement of the gameplay design and mechanics is needed which can be developed via software while PCB is delivered.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descr="A circuit board with many colored wires&#10;&#10;AI-generated content may be incorrect." id="101" name="Google Shape;101;p15"/>
          <p:cNvPicPr preferRelativeResize="0"/>
          <p:nvPr/>
        </p:nvPicPr>
        <p:blipFill rotWithShape="1">
          <a:blip r:embed="rId4">
            <a:alphaModFix/>
          </a:blip>
          <a:srcRect b="7692" l="0" r="0" t="10695"/>
          <a:stretch/>
        </p:blipFill>
        <p:spPr>
          <a:xfrm>
            <a:off x="6741878" y="4285755"/>
            <a:ext cx="2565865" cy="24152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erson working on a circuit board&#10;&#10;AI-generated content may be incorrect." id="102" name="Google Shape;102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481930" y="4292245"/>
            <a:ext cx="2358334" cy="2408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Implementation </a:t>
            </a:r>
            <a:endParaRPr/>
          </a:p>
        </p:txBody>
      </p:sp>
      <p:pic>
        <p:nvPicPr>
          <p:cNvPr id="108" name="Google Shape;10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26725" y="111650"/>
            <a:ext cx="5043748" cy="312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47200" y="3731018"/>
            <a:ext cx="4602800" cy="31269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226225" y="4589370"/>
            <a:ext cx="1655125" cy="166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6"/>
          <p:cNvSpPr txBox="1"/>
          <p:nvPr/>
        </p:nvSpPr>
        <p:spPr>
          <a:xfrm>
            <a:off x="604375" y="1835375"/>
            <a:ext cx="6622500" cy="47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>
                <a:solidFill>
                  <a:schemeClr val="dk1"/>
                </a:solidFill>
              </a:rPr>
              <a:t>The PCB board will be embedded in an enclosure which resembles a cutting board with a cavity in the middle.</a:t>
            </a:r>
            <a:endParaRPr sz="17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>
                <a:solidFill>
                  <a:schemeClr val="dk1"/>
                </a:solidFill>
              </a:rPr>
              <a:t>LEDs will be revealed through the board via semi-</a:t>
            </a:r>
            <a:r>
              <a:rPr lang="en-US" sz="1700">
                <a:solidFill>
                  <a:schemeClr val="dk1"/>
                </a:solidFill>
              </a:rPr>
              <a:t>translucent</a:t>
            </a:r>
            <a:r>
              <a:rPr lang="en-US" sz="1700">
                <a:solidFill>
                  <a:schemeClr val="dk1"/>
                </a:solidFill>
              </a:rPr>
              <a:t> plastic screens on the top layer or through drilled holes. Graphics will be printed wood directly or on plastic screens which will replace the top wooden layer.  </a:t>
            </a:r>
            <a:endParaRPr sz="17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>
                <a:solidFill>
                  <a:schemeClr val="dk1"/>
                </a:solidFill>
              </a:rPr>
              <a:t>The depth of the top layer and subsequent ambient pressure on pressure sensor can be observed and optimized for peak strike-recognition behavior. 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US" sz="1700">
                <a:solidFill>
                  <a:schemeClr val="dk1"/>
                </a:solidFill>
              </a:rPr>
              <a:t>Speaker will be embedded in cavity as well, with a drilled opening/plastic screen covering.</a:t>
            </a:r>
            <a:endParaRPr sz="17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4713" y="152400"/>
            <a:ext cx="8242565" cy="6553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