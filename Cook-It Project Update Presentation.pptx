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B6F0-ECA8-D2AA-D7DE-7D7875208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E21B5-E8E5-5887-2673-EEE12A294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DC441-4E06-7815-C373-ACEB0292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7AEEC-647B-CA04-5B7B-54162120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7A6AF-F6C6-CE10-7DA1-9D6735E1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7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DB74-C347-05FE-7DD3-E97DF8A8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30705-0D03-C4A0-5403-CADB1A3AC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CA79E-8072-9F18-2018-8CF8F2A9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DBCF3-DD5A-2ED0-18B0-28900CEEF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F8B48-B2A7-B669-E154-38EB82ED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5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3A70-8B32-17A1-32DD-A7E72636A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EE592-4BAA-9FAB-F1D1-12663D98A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97676-C99A-CBA2-99EC-58065E93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381F5-3B31-F2C5-414B-858F7AAE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C57C0-C4F9-2492-25E0-6EE44DB8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7595-6345-952A-FE78-709E85B4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8769F-8975-29EF-1AAE-3EC7891A0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F2124-F415-1DE4-9E3B-1EAF07095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64D34-2B0B-3FC1-B71D-1CF53611B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9E1B6-76C7-9022-EDB1-11EF65BC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D5AD-04E7-8971-F5E9-B756BE8D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8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2C43-66F4-1E8F-C34B-6416446F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D984A-A5B4-7754-713A-637CB29D1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7BFEF-FF09-7772-E0B8-2B6312753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065A26-7004-7DFF-3FB3-F1B94B86F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7233E1-4B2E-09BB-90FD-DA058A2F0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14F52-C8C6-CFF7-2D0D-8A10796EF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D0E3D3-2FCC-1E85-5CD9-D8C3A79C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26477-CCEA-9F50-F259-0D0E68D9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9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F151-221C-8AE6-DD9C-CF95A371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38E38-7D04-3F0F-761D-E85ECB98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4B141-9127-C63E-90F8-B309D8D3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09632-6AEF-A81B-1DC7-9253E45B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F2762D-7E6F-0371-4F60-505D72D14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5E3C7-27ED-2E95-C8ED-CE57CD2C3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45112-4CFB-78EB-347E-69F4B0EA7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4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9385-7ADE-E13A-8FD8-1E32F78C2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C743-EC1C-843E-BBF9-BF39F382C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3D8C8-A896-CA36-B8EB-EF4A98C45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A8DE7-EBA8-E403-4BAC-D0601C2AE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EF8F0-9068-FCFA-FB77-A3ACE280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6A45A-2FD7-268B-6350-93903A0B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8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635D1-0C40-BDAE-EF91-10209BCCB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9C727-6400-2C7E-2CA9-E29F9CAD0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22591-9F94-5BF0-5803-935FB6D3B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A97C4-5139-401C-4927-B9F0FACD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B21C2-D04D-7016-9A4D-84EDE6399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32EE6-E8C5-C900-B476-6BF0F160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6DE6-E36F-CD5C-7CCB-AAF7D1316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358CD-C663-E982-9ACB-02956CEA1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25B83-F0B0-E6D5-FB8D-FD4145E6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79861-DBE7-6075-D92F-6967F5C8D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048A-77E8-2204-5CCC-6FF170FB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15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0204CD-C889-E51C-5147-05C2504BF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74653-5568-6CBA-C30B-6F496FC71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BAF0A-E421-2F09-612D-C10EA7C1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EE5F3-B14A-BB90-FC82-1E47CF454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DA9B1-4363-61FF-5C89-C6E8BA80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7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B6A63C-6420-2421-0B1C-DAFF82728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F2183-9DAE-CF92-71DF-8E006DD9D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B1821-F0E5-D61F-DB90-7A971413F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CB1E8-D678-403C-872C-24DCD239679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91DBB-5EB3-F734-5C07-FF180502F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B9C63-50FF-B7A7-E2E8-ECB8465AE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7E7AE-CEB1-4DF6-8C73-6ADDDA0C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1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14729-BC34-D775-CCA8-71C0E5489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Cook-It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13121-D520-143E-F8BB-8D7B918A93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 Inglese, Nicholas Starace, Yasseen Sabil</a:t>
            </a:r>
          </a:p>
        </p:txBody>
      </p:sp>
    </p:spTree>
    <p:extLst>
      <p:ext uri="{BB962C8B-B14F-4D97-AF65-F5344CB8AC3E}">
        <p14:creationId xmlns:p14="http://schemas.microsoft.com/office/powerpoint/2010/main" val="225119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4A292-D682-281E-38F5-1E0026DAC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0A07-9D61-21B2-67DC-A49D104E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overview / plan </a:t>
            </a:r>
          </a:p>
        </p:txBody>
      </p:sp>
    </p:spTree>
    <p:extLst>
      <p:ext uri="{BB962C8B-B14F-4D97-AF65-F5344CB8AC3E}">
        <p14:creationId xmlns:p14="http://schemas.microsoft.com/office/powerpoint/2010/main" val="2186516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C9082-580D-C731-3FB7-E45893FA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</a:p>
        </p:txBody>
      </p:sp>
    </p:spTree>
    <p:extLst>
      <p:ext uri="{BB962C8B-B14F-4D97-AF65-F5344CB8AC3E}">
        <p14:creationId xmlns:p14="http://schemas.microsoft.com/office/powerpoint/2010/main" val="2271620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944E4-FF02-6DF5-D345-EBA890647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FBF6-BC25-2BC0-99E9-14C8AEBEE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</a:t>
            </a:r>
          </a:p>
        </p:txBody>
      </p:sp>
    </p:spTree>
    <p:extLst>
      <p:ext uri="{BB962C8B-B14F-4D97-AF65-F5344CB8AC3E}">
        <p14:creationId xmlns:p14="http://schemas.microsoft.com/office/powerpoint/2010/main" val="223348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54C79-470E-1109-7A29-29B0B3EC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C28A0-2E25-5EC5-BE95-1C19A8EB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978484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Cook-It </vt:lpstr>
      <vt:lpstr>Design overview / plan </vt:lpstr>
      <vt:lpstr>Current progress</vt:lpstr>
      <vt:lpstr>Schematic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Inglese, Mari N</dc:creator>
  <cp:lastModifiedBy>Inglese, Mari N</cp:lastModifiedBy>
  <cp:revision>2</cp:revision>
  <dcterms:created xsi:type="dcterms:W3CDTF">2025-10-28T22:05:01Z</dcterms:created>
  <dcterms:modified xsi:type="dcterms:W3CDTF">2025-10-28T22:21:36Z</dcterms:modified>
</cp:coreProperties>
</file>